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76" r:id="rId3"/>
    <p:sldId id="275" r:id="rId4"/>
    <p:sldId id="257" r:id="rId5"/>
    <p:sldId id="261" r:id="rId6"/>
    <p:sldId id="262" r:id="rId7"/>
    <p:sldId id="258" r:id="rId8"/>
    <p:sldId id="260" r:id="rId9"/>
    <p:sldId id="263" r:id="rId10"/>
    <p:sldId id="264" r:id="rId11"/>
    <p:sldId id="265" r:id="rId12"/>
    <p:sldId id="266" r:id="rId13"/>
    <p:sldId id="269" r:id="rId14"/>
    <p:sldId id="268" r:id="rId15"/>
    <p:sldId id="271" r:id="rId16"/>
    <p:sldId id="272" r:id="rId17"/>
    <p:sldId id="277" r:id="rId18"/>
    <p:sldId id="274" r:id="rId19"/>
    <p:sldId id="259" r:id="rId20"/>
  </p:sldIdLst>
  <p:sldSz cx="12192000" cy="6858000"/>
  <p:notesSz cx="6858000" cy="9144000"/>
  <p:embeddedFontLst>
    <p:embeddedFont>
      <p:font typeface="Arial Rounded MT Bold" panose="020F0704030504030204" pitchFamily="34" charset="0"/>
      <p:regular r:id="rId22"/>
    </p:embeddedFont>
    <p:embeddedFont>
      <p:font typeface="Lato Black" panose="020F0502020204030203" pitchFamily="34" charset="0"/>
      <p:bold r:id="rId23"/>
      <p:boldItalic r:id="rId24"/>
    </p:embeddedFont>
    <p:embeddedFont>
      <p:font typeface="Libre Baskerville" panose="02000000000000000000" pitchFamily="2" charset="0"/>
      <p:regular r:id="rId25"/>
      <p:bold r:id="rId26"/>
      <p: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59" autoAdjust="0"/>
    <p:restoredTop sz="94660"/>
  </p:normalViewPr>
  <p:slideViewPr>
    <p:cSldViewPr snapToGrid="0">
      <p:cViewPr varScale="1">
        <p:scale>
          <a:sx n="87" d="100"/>
          <a:sy n="87" d="100"/>
        </p:scale>
        <p:origin x="6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KAS CHARY" userId="c1408244b6f1233d" providerId="LiveId" clId="{704DD1FA-88E5-4643-9E1E-A672D6D70EBA}"/>
    <pc:docChg chg="undo custSel addSld delSld modSld sldOrd">
      <pc:chgData name="VIKAS CHARY" userId="c1408244b6f1233d" providerId="LiveId" clId="{704DD1FA-88E5-4643-9E1E-A672D6D70EBA}" dt="2025-12-13T04:11:43.890" v="9808"/>
      <pc:docMkLst>
        <pc:docMk/>
      </pc:docMkLst>
      <pc:sldChg chg="addSp delSp modSp mod modAnim">
        <pc:chgData name="VIKAS CHARY" userId="c1408244b6f1233d" providerId="LiveId" clId="{704DD1FA-88E5-4643-9E1E-A672D6D70EBA}" dt="2025-12-04T08:56:41.988" v="7661" actId="1035"/>
        <pc:sldMkLst>
          <pc:docMk/>
          <pc:sldMk cId="0" sldId="256"/>
        </pc:sldMkLst>
        <pc:spChg chg="add mod">
          <ac:chgData name="VIKAS CHARY" userId="c1408244b6f1233d" providerId="LiveId" clId="{704DD1FA-88E5-4643-9E1E-A672D6D70EBA}" dt="2025-12-04T06:26:12.088" v="6681" actId="1076"/>
          <ac:spMkLst>
            <pc:docMk/>
            <pc:sldMk cId="0" sldId="256"/>
            <ac:spMk id="5" creationId="{B05CAD1E-2286-4E2C-25C1-B356E73C4658}"/>
          </ac:spMkLst>
        </pc:spChg>
        <pc:spChg chg="add mod">
          <ac:chgData name="VIKAS CHARY" userId="c1408244b6f1233d" providerId="LiveId" clId="{704DD1FA-88E5-4643-9E1E-A672D6D70EBA}" dt="2025-12-04T06:43:30.105" v="6842" actId="403"/>
          <ac:spMkLst>
            <pc:docMk/>
            <pc:sldMk cId="0" sldId="256"/>
            <ac:spMk id="6" creationId="{3BD954D0-826B-5D56-1C9D-1E88F351D54E}"/>
          </ac:spMkLst>
        </pc:spChg>
        <pc:spChg chg="add mod">
          <ac:chgData name="VIKAS CHARY" userId="c1408244b6f1233d" providerId="LiveId" clId="{704DD1FA-88E5-4643-9E1E-A672D6D70EBA}" dt="2025-12-04T08:55:49.594" v="7659" actId="207"/>
          <ac:spMkLst>
            <pc:docMk/>
            <pc:sldMk cId="0" sldId="256"/>
            <ac:spMk id="7" creationId="{4BFBFE86-8331-2FFC-D8EF-62969F6F0EFC}"/>
          </ac:spMkLst>
        </pc:spChg>
        <pc:picChg chg="mod">
          <ac:chgData name="VIKAS CHARY" userId="c1408244b6f1233d" providerId="LiveId" clId="{704DD1FA-88E5-4643-9E1E-A672D6D70EBA}" dt="2025-12-04T08:56:41.988" v="7661" actId="1035"/>
          <ac:picMkLst>
            <pc:docMk/>
            <pc:sldMk cId="0" sldId="256"/>
            <ac:picMk id="4" creationId="{06103573-4BEF-0DDF-9C58-A6008E1EEE7B}"/>
          </ac:picMkLst>
        </pc:picChg>
      </pc:sldChg>
      <pc:sldChg chg="addSp delSp modSp mod delAnim modAnim">
        <pc:chgData name="VIKAS CHARY" userId="c1408244b6f1233d" providerId="LiveId" clId="{704DD1FA-88E5-4643-9E1E-A672D6D70EBA}" dt="2025-12-04T06:49:58.967" v="7020" actId="404"/>
        <pc:sldMkLst>
          <pc:docMk/>
          <pc:sldMk cId="0" sldId="257"/>
        </pc:sldMkLst>
        <pc:spChg chg="add mod">
          <ac:chgData name="VIKAS CHARY" userId="c1408244b6f1233d" providerId="LiveId" clId="{704DD1FA-88E5-4643-9E1E-A672D6D70EBA}" dt="2025-12-04T06:46:32.051" v="6999" actId="1076"/>
          <ac:spMkLst>
            <pc:docMk/>
            <pc:sldMk cId="0" sldId="257"/>
            <ac:spMk id="2" creationId="{4DC40C12-848C-72BF-9905-AAE31D1BA2DB}"/>
          </ac:spMkLst>
        </pc:spChg>
        <pc:spChg chg="add mod">
          <ac:chgData name="VIKAS CHARY" userId="c1408244b6f1233d" providerId="LiveId" clId="{704DD1FA-88E5-4643-9E1E-A672D6D70EBA}" dt="2025-12-04T06:49:58.967" v="7020" actId="404"/>
          <ac:spMkLst>
            <pc:docMk/>
            <pc:sldMk cId="0" sldId="257"/>
            <ac:spMk id="3" creationId="{BE12DC98-B4BF-A354-ADC7-EA01E1FE4321}"/>
          </ac:spMkLst>
        </pc:spChg>
        <pc:spChg chg="add mod">
          <ac:chgData name="VIKAS CHARY" userId="c1408244b6f1233d" providerId="LiveId" clId="{704DD1FA-88E5-4643-9E1E-A672D6D70EBA}" dt="2025-12-04T06:49:52.502" v="7019" actId="404"/>
          <ac:spMkLst>
            <pc:docMk/>
            <pc:sldMk cId="0" sldId="257"/>
            <ac:spMk id="4" creationId="{7AE196DC-BD27-CFCA-A92C-5B3A1D15684A}"/>
          </ac:spMkLst>
        </pc:spChg>
        <pc:spChg chg="mod">
          <ac:chgData name="VIKAS CHARY" userId="c1408244b6f1233d" providerId="LiveId" clId="{704DD1FA-88E5-4643-9E1E-A672D6D70EBA}" dt="2025-12-04T06:45:43.086" v="6989" actId="404"/>
          <ac:spMkLst>
            <pc:docMk/>
            <pc:sldMk cId="0" sldId="257"/>
            <ac:spMk id="105" creationId="{00000000-0000-0000-0000-000000000000}"/>
          </ac:spMkLst>
        </pc:spChg>
      </pc:sldChg>
      <pc:sldChg chg="addSp delSp modSp mod delAnim modAnim">
        <pc:chgData name="VIKAS CHARY" userId="c1408244b6f1233d" providerId="LiveId" clId="{704DD1FA-88E5-4643-9E1E-A672D6D70EBA}" dt="2025-12-04T07:06:12.284" v="7252" actId="20577"/>
        <pc:sldMkLst>
          <pc:docMk/>
          <pc:sldMk cId="0" sldId="258"/>
        </pc:sldMkLst>
        <pc:spChg chg="add mod">
          <ac:chgData name="VIKAS CHARY" userId="c1408244b6f1233d" providerId="LiveId" clId="{704DD1FA-88E5-4643-9E1E-A672D6D70EBA}" dt="2025-12-04T07:06:12.284" v="7252" actId="20577"/>
          <ac:spMkLst>
            <pc:docMk/>
            <pc:sldMk cId="0" sldId="258"/>
            <ac:spMk id="6" creationId="{6585E668-F3E0-4B9A-1B65-6E6D94DD448C}"/>
          </ac:spMkLst>
        </pc:spChg>
        <pc:spChg chg="mod">
          <ac:chgData name="VIKAS CHARY" userId="c1408244b6f1233d" providerId="LiveId" clId="{704DD1FA-88E5-4643-9E1E-A672D6D70EBA}" dt="2025-12-04T06:57:35.555" v="7197" actId="404"/>
          <ac:spMkLst>
            <pc:docMk/>
            <pc:sldMk cId="0" sldId="258"/>
            <ac:spMk id="110" creationId="{00000000-0000-0000-0000-000000000000}"/>
          </ac:spMkLst>
        </pc:spChg>
      </pc:sldChg>
      <pc:sldChg chg="addSp delSp modSp new mod">
        <pc:chgData name="VIKAS CHARY" userId="c1408244b6f1233d" providerId="LiveId" clId="{704DD1FA-88E5-4643-9E1E-A672D6D70EBA}" dt="2025-12-04T14:14:06.665" v="7704" actId="20577"/>
        <pc:sldMkLst>
          <pc:docMk/>
          <pc:sldMk cId="4119058545" sldId="260"/>
        </pc:sldMkLst>
        <pc:spChg chg="add mod">
          <ac:chgData name="VIKAS CHARY" userId="c1408244b6f1233d" providerId="LiveId" clId="{704DD1FA-88E5-4643-9E1E-A672D6D70EBA}" dt="2025-12-04T08:57:00.855" v="7662" actId="2711"/>
          <ac:spMkLst>
            <pc:docMk/>
            <pc:sldMk cId="4119058545" sldId="260"/>
            <ac:spMk id="2" creationId="{DDD9C2E4-5FFE-30A2-2D0A-D97B05E0521B}"/>
          </ac:spMkLst>
        </pc:spChg>
        <pc:spChg chg="add mod">
          <ac:chgData name="VIKAS CHARY" userId="c1408244b6f1233d" providerId="LiveId" clId="{704DD1FA-88E5-4643-9E1E-A672D6D70EBA}" dt="2025-12-04T07:53:11.496" v="7625" actId="404"/>
          <ac:spMkLst>
            <pc:docMk/>
            <pc:sldMk cId="4119058545" sldId="260"/>
            <ac:spMk id="3" creationId="{BA41F7E3-3BE6-E8A7-D2FA-3035D74F3178}"/>
          </ac:spMkLst>
        </pc:spChg>
        <pc:spChg chg="add mod">
          <ac:chgData name="VIKAS CHARY" userId="c1408244b6f1233d" providerId="LiveId" clId="{704DD1FA-88E5-4643-9E1E-A672D6D70EBA}" dt="2025-12-04T14:14:06.665" v="7704" actId="20577"/>
          <ac:spMkLst>
            <pc:docMk/>
            <pc:sldMk cId="4119058545" sldId="260"/>
            <ac:spMk id="6" creationId="{DFB6197B-D8CB-919E-BD39-44733D0651F5}"/>
          </ac:spMkLst>
        </pc:spChg>
      </pc:sldChg>
      <pc:sldChg chg="addSp delSp modSp new mod ord">
        <pc:chgData name="VIKAS CHARY" userId="c1408244b6f1233d" providerId="LiveId" clId="{704DD1FA-88E5-4643-9E1E-A672D6D70EBA}" dt="2025-12-13T04:11:35.487" v="9802"/>
        <pc:sldMkLst>
          <pc:docMk/>
          <pc:sldMk cId="1256676987" sldId="261"/>
        </pc:sldMkLst>
        <pc:spChg chg="mod">
          <ac:chgData name="VIKAS CHARY" userId="c1408244b6f1233d" providerId="LiveId" clId="{704DD1FA-88E5-4643-9E1E-A672D6D70EBA}" dt="2025-12-05T06:28:43.210" v="7747" actId="403"/>
          <ac:spMkLst>
            <pc:docMk/>
            <pc:sldMk cId="1256676987" sldId="261"/>
            <ac:spMk id="2" creationId="{42387E45-8035-EAF4-83F3-784E06BEED52}"/>
          </ac:spMkLst>
        </pc:spChg>
        <pc:spChg chg="add mod">
          <ac:chgData name="VIKAS CHARY" userId="c1408244b6f1233d" providerId="LiveId" clId="{704DD1FA-88E5-4643-9E1E-A672D6D70EBA}" dt="2025-12-05T06:35:03.778" v="7837" actId="403"/>
          <ac:spMkLst>
            <pc:docMk/>
            <pc:sldMk cId="1256676987" sldId="261"/>
            <ac:spMk id="3" creationId="{F1484B85-036B-715F-71C7-A00947F9328A}"/>
          </ac:spMkLst>
        </pc:spChg>
        <pc:spChg chg="add mod">
          <ac:chgData name="VIKAS CHARY" userId="c1408244b6f1233d" providerId="LiveId" clId="{704DD1FA-88E5-4643-9E1E-A672D6D70EBA}" dt="2025-12-05T07:02:29.290" v="8334" actId="1076"/>
          <ac:spMkLst>
            <pc:docMk/>
            <pc:sldMk cId="1256676987" sldId="261"/>
            <ac:spMk id="5" creationId="{9DCAC442-07D7-08A9-3731-C89C6ABE2FF6}"/>
          </ac:spMkLst>
        </pc:spChg>
        <pc:spChg chg="add mod">
          <ac:chgData name="VIKAS CHARY" userId="c1408244b6f1233d" providerId="LiveId" clId="{704DD1FA-88E5-4643-9E1E-A672D6D70EBA}" dt="2025-12-05T07:02:25.164" v="8333" actId="1076"/>
          <ac:spMkLst>
            <pc:docMk/>
            <pc:sldMk cId="1256676987" sldId="261"/>
            <ac:spMk id="7" creationId="{BE3DED3A-6674-78E8-5B27-51980908C37A}"/>
          </ac:spMkLst>
        </pc:spChg>
      </pc:sldChg>
      <pc:sldChg chg="addSp delSp modSp new mod ord">
        <pc:chgData name="VIKAS CHARY" userId="c1408244b6f1233d" providerId="LiveId" clId="{704DD1FA-88E5-4643-9E1E-A672D6D70EBA}" dt="2025-12-05T07:02:48.160" v="8336"/>
        <pc:sldMkLst>
          <pc:docMk/>
          <pc:sldMk cId="2392731568" sldId="262"/>
        </pc:sldMkLst>
        <pc:picChg chg="add mod">
          <ac:chgData name="VIKAS CHARY" userId="c1408244b6f1233d" providerId="LiveId" clId="{704DD1FA-88E5-4643-9E1E-A672D6D70EBA}" dt="2025-12-05T06:39:17.623" v="7931" actId="14100"/>
          <ac:picMkLst>
            <pc:docMk/>
            <pc:sldMk cId="2392731568" sldId="262"/>
            <ac:picMk id="4" creationId="{65BD1D5E-E576-82B3-733B-D8B5451350E7}"/>
          </ac:picMkLst>
        </pc:picChg>
      </pc:sldChg>
      <pc:sldChg chg="addSp delSp modSp new mod ord">
        <pc:chgData name="VIKAS CHARY" userId="c1408244b6f1233d" providerId="LiveId" clId="{704DD1FA-88E5-4643-9E1E-A672D6D70EBA}" dt="2025-12-13T04:11:37.575" v="9804"/>
        <pc:sldMkLst>
          <pc:docMk/>
          <pc:sldMk cId="2262677413" sldId="263"/>
        </pc:sldMkLst>
        <pc:spChg chg="add mod">
          <ac:chgData name="VIKAS CHARY" userId="c1408244b6f1233d" providerId="LiveId" clId="{704DD1FA-88E5-4643-9E1E-A672D6D70EBA}" dt="2025-12-05T07:04:43.285" v="8365" actId="1076"/>
          <ac:spMkLst>
            <pc:docMk/>
            <pc:sldMk cId="2262677413" sldId="263"/>
            <ac:spMk id="2" creationId="{DE7D6686-4851-8B4F-311E-B6873789FFED}"/>
          </ac:spMkLst>
        </pc:spChg>
        <pc:spChg chg="add mod">
          <ac:chgData name="VIKAS CHARY" userId="c1408244b6f1233d" providerId="LiveId" clId="{704DD1FA-88E5-4643-9E1E-A672D6D70EBA}" dt="2025-12-05T07:04:54.230" v="8368" actId="12"/>
          <ac:spMkLst>
            <pc:docMk/>
            <pc:sldMk cId="2262677413" sldId="263"/>
            <ac:spMk id="4" creationId="{154FF19F-E761-4E4D-F43C-B7C416AAAC7C}"/>
          </ac:spMkLst>
        </pc:spChg>
        <pc:spChg chg="add mod">
          <ac:chgData name="VIKAS CHARY" userId="c1408244b6f1233d" providerId="LiveId" clId="{704DD1FA-88E5-4643-9E1E-A672D6D70EBA}" dt="2025-12-05T07:14:37.364" v="8921" actId="20577"/>
          <ac:spMkLst>
            <pc:docMk/>
            <pc:sldMk cId="2262677413" sldId="263"/>
            <ac:spMk id="5" creationId="{98DC0D8C-7305-DD15-CF9F-7EDEC6144CC1}"/>
          </ac:spMkLst>
        </pc:spChg>
        <pc:spChg chg="add mod">
          <ac:chgData name="VIKAS CHARY" userId="c1408244b6f1233d" providerId="LiveId" clId="{704DD1FA-88E5-4643-9E1E-A672D6D70EBA}" dt="2025-12-05T07:42:05.534" v="8972" actId="1076"/>
          <ac:spMkLst>
            <pc:docMk/>
            <pc:sldMk cId="2262677413" sldId="263"/>
            <ac:spMk id="6" creationId="{FC8B67B1-70F5-1010-597C-37BC0AABBB77}"/>
          </ac:spMkLst>
        </pc:spChg>
        <pc:spChg chg="add mod">
          <ac:chgData name="VIKAS CHARY" userId="c1408244b6f1233d" providerId="LiveId" clId="{704DD1FA-88E5-4643-9E1E-A672D6D70EBA}" dt="2025-12-05T07:42:32.102" v="8982" actId="113"/>
          <ac:spMkLst>
            <pc:docMk/>
            <pc:sldMk cId="2262677413" sldId="263"/>
            <ac:spMk id="7" creationId="{40DAD7AB-C977-79EA-FD38-87844179AB9A}"/>
          </ac:spMkLst>
        </pc:spChg>
      </pc:sldChg>
      <pc:sldChg chg="addSp delSp modSp new mod ord">
        <pc:chgData name="VIKAS CHARY" userId="c1408244b6f1233d" providerId="LiveId" clId="{704DD1FA-88E5-4643-9E1E-A672D6D70EBA}" dt="2025-12-05T07:10:00.482" v="8372" actId="14100"/>
        <pc:sldMkLst>
          <pc:docMk/>
          <pc:sldMk cId="2640818599" sldId="264"/>
        </pc:sldMkLst>
        <pc:picChg chg="add mod">
          <ac:chgData name="VIKAS CHARY" userId="c1408244b6f1233d" providerId="LiveId" clId="{704DD1FA-88E5-4643-9E1E-A672D6D70EBA}" dt="2025-12-05T07:10:00.482" v="8372" actId="14100"/>
          <ac:picMkLst>
            <pc:docMk/>
            <pc:sldMk cId="2640818599" sldId="264"/>
            <ac:picMk id="5" creationId="{54A53860-BAF2-1B99-C3C2-B7A6EB70846B}"/>
          </ac:picMkLst>
        </pc:picChg>
      </pc:sldChg>
      <pc:sldChg chg="addSp delSp modSp new mod ord">
        <pc:chgData name="VIKAS CHARY" userId="c1408244b6f1233d" providerId="LiveId" clId="{704DD1FA-88E5-4643-9E1E-A672D6D70EBA}" dt="2025-12-13T04:11:41.787" v="9806"/>
        <pc:sldMkLst>
          <pc:docMk/>
          <pc:sldMk cId="1020461127" sldId="265"/>
        </pc:sldMkLst>
        <pc:spChg chg="add mod">
          <ac:chgData name="VIKAS CHARY" userId="c1408244b6f1233d" providerId="LiveId" clId="{704DD1FA-88E5-4643-9E1E-A672D6D70EBA}" dt="2025-12-05T07:17:46.973" v="8949" actId="1076"/>
          <ac:spMkLst>
            <pc:docMk/>
            <pc:sldMk cId="1020461127" sldId="265"/>
            <ac:spMk id="2" creationId="{8DFD5484-37EC-3E18-EFF5-BCC2DCF2D5D2}"/>
          </ac:spMkLst>
        </pc:spChg>
        <pc:spChg chg="add mod">
          <ac:chgData name="VIKAS CHARY" userId="c1408244b6f1233d" providerId="LiveId" clId="{704DD1FA-88E5-4643-9E1E-A672D6D70EBA}" dt="2025-12-05T07:51:38.580" v="9402" actId="20577"/>
          <ac:spMkLst>
            <pc:docMk/>
            <pc:sldMk cId="1020461127" sldId="265"/>
            <ac:spMk id="3" creationId="{60EA3DD9-2D82-2678-785F-F24E84FDBC6A}"/>
          </ac:spMkLst>
        </pc:spChg>
        <pc:spChg chg="add mod">
          <ac:chgData name="VIKAS CHARY" userId="c1408244b6f1233d" providerId="LiveId" clId="{704DD1FA-88E5-4643-9E1E-A672D6D70EBA}" dt="2025-12-05T07:46:27.523" v="9396" actId="12"/>
          <ac:spMkLst>
            <pc:docMk/>
            <pc:sldMk cId="1020461127" sldId="265"/>
            <ac:spMk id="5" creationId="{A69564FB-BA6E-DF34-FC06-06A84E9D4BEA}"/>
          </ac:spMkLst>
        </pc:spChg>
        <pc:spChg chg="add mod">
          <ac:chgData name="VIKAS CHARY" userId="c1408244b6f1233d" providerId="LiveId" clId="{704DD1FA-88E5-4643-9E1E-A672D6D70EBA}" dt="2025-12-05T07:57:34.444" v="9429" actId="20577"/>
          <ac:spMkLst>
            <pc:docMk/>
            <pc:sldMk cId="1020461127" sldId="265"/>
            <ac:spMk id="6" creationId="{04A42108-14E0-18DF-2BB8-52047BF451D9}"/>
          </ac:spMkLst>
        </pc:spChg>
      </pc:sldChg>
      <pc:sldChg chg="addSp delSp modSp new mod ord">
        <pc:chgData name="VIKAS CHARY" userId="c1408244b6f1233d" providerId="LiveId" clId="{704DD1FA-88E5-4643-9E1E-A672D6D70EBA}" dt="2025-12-05T07:53:41.841" v="9404" actId="931"/>
        <pc:sldMkLst>
          <pc:docMk/>
          <pc:sldMk cId="3844242831" sldId="266"/>
        </pc:sldMkLst>
        <pc:picChg chg="add mod">
          <ac:chgData name="VIKAS CHARY" userId="c1408244b6f1233d" providerId="LiveId" clId="{704DD1FA-88E5-4643-9E1E-A672D6D70EBA}" dt="2025-12-05T07:53:41.841" v="9404" actId="931"/>
          <ac:picMkLst>
            <pc:docMk/>
            <pc:sldMk cId="3844242831" sldId="266"/>
            <ac:picMk id="7" creationId="{FAABAD78-F4A9-63BD-3174-525786734BB3}"/>
          </ac:picMkLst>
        </pc:picChg>
      </pc:sldChg>
      <pc:sldChg chg="addSp delSp modSp new mod">
        <pc:chgData name="VIKAS CHARY" userId="c1408244b6f1233d" providerId="LiveId" clId="{704DD1FA-88E5-4643-9E1E-A672D6D70EBA}" dt="2025-12-12T06:51:59.751" v="9800" actId="1076"/>
        <pc:sldMkLst>
          <pc:docMk/>
          <pc:sldMk cId="3910085884" sldId="268"/>
        </pc:sldMkLst>
        <pc:spChg chg="mod">
          <ac:chgData name="VIKAS CHARY" userId="c1408244b6f1233d" providerId="LiveId" clId="{704DD1FA-88E5-4643-9E1E-A672D6D70EBA}" dt="2025-12-12T06:51:43.885" v="9798" actId="403"/>
          <ac:spMkLst>
            <pc:docMk/>
            <pc:sldMk cId="3910085884" sldId="268"/>
            <ac:spMk id="2" creationId="{CE4C6C63-D5A7-3B83-2890-2F7798C5580C}"/>
          </ac:spMkLst>
        </pc:spChg>
        <pc:spChg chg="add mod">
          <ac:chgData name="VIKAS CHARY" userId="c1408244b6f1233d" providerId="LiveId" clId="{704DD1FA-88E5-4643-9E1E-A672D6D70EBA}" dt="2025-12-12T06:51:59.751" v="9800" actId="1076"/>
          <ac:spMkLst>
            <pc:docMk/>
            <pc:sldMk cId="3910085884" sldId="268"/>
            <ac:spMk id="3" creationId="{EE6203E1-0EDA-9860-3430-922BD7ED8A11}"/>
          </ac:spMkLst>
        </pc:spChg>
      </pc:sldChg>
      <pc:sldChg chg="addSp delSp modSp new mod ord">
        <pc:chgData name="VIKAS CHARY" userId="c1408244b6f1233d" providerId="LiveId" clId="{704DD1FA-88E5-4643-9E1E-A672D6D70EBA}" dt="2025-12-13T04:11:43.890" v="9808"/>
        <pc:sldMkLst>
          <pc:docMk/>
          <pc:sldMk cId="1467765772" sldId="269"/>
        </pc:sldMkLst>
        <pc:spChg chg="mod">
          <ac:chgData name="VIKAS CHARY" userId="c1408244b6f1233d" providerId="LiveId" clId="{704DD1FA-88E5-4643-9E1E-A672D6D70EBA}" dt="2025-12-05T07:57:47.066" v="9430" actId="1076"/>
          <ac:spMkLst>
            <pc:docMk/>
            <pc:sldMk cId="1467765772" sldId="269"/>
            <ac:spMk id="2" creationId="{6F06B6D6-1734-AEC0-ADB1-5DA11EA470A8}"/>
          </ac:spMkLst>
        </pc:spChg>
        <pc:spChg chg="add mod">
          <ac:chgData name="VIKAS CHARY" userId="c1408244b6f1233d" providerId="LiveId" clId="{704DD1FA-88E5-4643-9E1E-A672D6D70EBA}" dt="2025-12-12T06:45:53.027" v="9704" actId="113"/>
          <ac:spMkLst>
            <pc:docMk/>
            <pc:sldMk cId="1467765772" sldId="269"/>
            <ac:spMk id="3" creationId="{C8FBCB0C-40AE-8EEE-7DE8-E8FACAA77D3F}"/>
          </ac:spMkLst>
        </pc:spChg>
        <pc:spChg chg="add mod">
          <ac:chgData name="VIKAS CHARY" userId="c1408244b6f1233d" providerId="LiveId" clId="{704DD1FA-88E5-4643-9E1E-A672D6D70EBA}" dt="2025-12-12T06:51:11.683" v="9797" actId="403"/>
          <ac:spMkLst>
            <pc:docMk/>
            <pc:sldMk cId="1467765772" sldId="269"/>
            <ac:spMk id="4" creationId="{DC8C12BC-0A41-85A2-FBE3-97DBDBB106AF}"/>
          </ac:spMkLst>
        </pc:spChg>
        <pc:spChg chg="add del mod">
          <ac:chgData name="VIKAS CHARY" userId="c1408244b6f1233d" providerId="LiveId" clId="{704DD1FA-88E5-4643-9E1E-A672D6D70EBA}" dt="2025-12-12T06:29:33.982" v="9645" actId="478"/>
          <ac:spMkLst>
            <pc:docMk/>
            <pc:sldMk cId="1467765772" sldId="269"/>
            <ac:spMk id="5" creationId="{D6466977-5ED3-D418-5E4D-2498582B4B51}"/>
          </ac:spMkLst>
        </pc:spChg>
      </pc:sldChg>
      <pc:sldChg chg="addSp modSp new mod ord">
        <pc:chgData name="VIKAS CHARY" userId="c1408244b6f1233d" providerId="LiveId" clId="{704DD1FA-88E5-4643-9E1E-A672D6D70EBA}" dt="2025-12-05T07:16:06.657" v="8944"/>
        <pc:sldMkLst>
          <pc:docMk/>
          <pc:sldMk cId="1580623517" sldId="2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dirty="0"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6103573-4BEF-0DDF-9C58-A6008E1EE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3" y="21021"/>
            <a:ext cx="12190357" cy="68589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5CAD1E-2286-4E2C-25C1-B356E73C4658}"/>
              </a:ext>
            </a:extLst>
          </p:cNvPr>
          <p:cNvSpPr txBox="1"/>
          <p:nvPr/>
        </p:nvSpPr>
        <p:spPr>
          <a:xfrm>
            <a:off x="3751448" y="2843772"/>
            <a:ext cx="40479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SQL Pr</a:t>
            </a:r>
            <a:r>
              <a:rPr lang="en-US" sz="24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oje</a:t>
            </a:r>
            <a:r>
              <a:rPr lang="en-US" sz="2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ct </a:t>
            </a:r>
            <a:r>
              <a:rPr lang="en-US" sz="24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Presen</a:t>
            </a:r>
            <a:r>
              <a:rPr lang="en-US" sz="2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tation </a:t>
            </a:r>
          </a:p>
          <a:p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D954D0-826B-5D56-1C9D-1E88F351D54E}"/>
              </a:ext>
            </a:extLst>
          </p:cNvPr>
          <p:cNvSpPr txBox="1"/>
          <p:nvPr/>
        </p:nvSpPr>
        <p:spPr>
          <a:xfrm>
            <a:off x="3561492" y="3671735"/>
            <a:ext cx="50690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World Wide Energy Consumption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FBFE86-8331-2FFC-D8EF-62969F6F0EFC}"/>
              </a:ext>
            </a:extLst>
          </p:cNvPr>
          <p:cNvSpPr txBox="1"/>
          <p:nvPr/>
        </p:nvSpPr>
        <p:spPr>
          <a:xfrm>
            <a:off x="8137615" y="5490650"/>
            <a:ext cx="37593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u="sng" dirty="0">
                <a:solidFill>
                  <a:srgbClr val="FF0000"/>
                </a:solidFill>
              </a:rPr>
              <a:t>PRESENTED BY</a:t>
            </a:r>
            <a:r>
              <a:rPr lang="en-IN" sz="1600" dirty="0">
                <a:solidFill>
                  <a:srgbClr val="FF0000"/>
                </a:solidFill>
              </a:rPr>
              <a:t>: </a:t>
            </a:r>
            <a:r>
              <a:rPr lang="en-IN" sz="1600" dirty="0">
                <a:solidFill>
                  <a:schemeClr val="tx1"/>
                </a:solidFill>
              </a:rPr>
              <a:t>D.ANJALI</a:t>
            </a:r>
            <a:r>
              <a:rPr lang="en-IN" sz="1600" dirty="0">
                <a:solidFill>
                  <a:srgbClr val="FF0000"/>
                </a:solidFill>
              </a:rPr>
              <a:t>                 </a:t>
            </a:r>
            <a:endParaRPr lang="en-IN" sz="1600" dirty="0">
              <a:solidFill>
                <a:schemeClr val="tx1"/>
              </a:solidFill>
            </a:endParaRPr>
          </a:p>
          <a:p>
            <a:r>
              <a:rPr lang="en-IN" sz="1600" u="sng" dirty="0">
                <a:solidFill>
                  <a:schemeClr val="tx1"/>
                </a:solidFill>
              </a:rPr>
              <a:t>INNOMATICS</a:t>
            </a:r>
            <a:r>
              <a:rPr lang="en-IN" sz="1600" u="sng" dirty="0">
                <a:solidFill>
                  <a:srgbClr val="FF0000"/>
                </a:solidFill>
              </a:rPr>
              <a:t> RESEARCH </a:t>
            </a:r>
            <a:r>
              <a:rPr lang="en-IN" sz="1600" u="sng" dirty="0">
                <a:solidFill>
                  <a:schemeClr val="tx1"/>
                </a:solidFill>
              </a:rPr>
              <a:t>LABS</a:t>
            </a:r>
            <a:endParaRPr lang="en-IN" sz="1600" u="sng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87504-243D-3280-68AE-F83F34BA3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6981"/>
          </a:xfrm>
        </p:spPr>
        <p:txBody>
          <a:bodyPr>
            <a:normAutofit/>
          </a:bodyPr>
          <a:lstStyle/>
          <a:p>
            <a:r>
              <a:rPr lang="en-IN" sz="2800" u="sng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About Me: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A9B89C-D4B3-2342-4C82-30E8D29693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03679"/>
            <a:ext cx="10515600" cy="2914625"/>
          </a:xfrm>
        </p:spPr>
        <p:txBody>
          <a:bodyPr>
            <a:normAutofit/>
          </a:bodyPr>
          <a:lstStyle/>
          <a:p>
            <a:pPr marL="114300" indent="0" algn="ctr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Diddiga Anjali, a passionate data analyst with a strong interest in transforming data into actionable insights that support informed decision-making.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ctr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have completed my B.Tech in Agricultural Engineering</a:t>
            </a:r>
          </a:p>
          <a:p>
            <a:pPr marL="114300" indent="0" algn="ctr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ctr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LinkedIn : https://www.linkedin.com/in/diddiga-anjali-75212328a/</a:t>
            </a:r>
          </a:p>
          <a:p>
            <a:pPr marL="114300" indent="0" algn="ctr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ctr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: https://github.com/DiddigaAnjali</a:t>
            </a:r>
          </a:p>
        </p:txBody>
      </p:sp>
    </p:spTree>
    <p:extLst>
      <p:ext uri="{BB962C8B-B14F-4D97-AF65-F5344CB8AC3E}">
        <p14:creationId xmlns:p14="http://schemas.microsoft.com/office/powerpoint/2010/main" val="3913044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6A1EC-D7B1-AEE3-0D2A-5D085238E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1688"/>
          </a:xfrm>
        </p:spPr>
        <p:txBody>
          <a:bodyPr>
            <a:normAutofit/>
          </a:bodyPr>
          <a:lstStyle/>
          <a:p>
            <a:r>
              <a:rPr lang="en-IN" sz="28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 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456ADB-A9A3-E1CD-CC95-229B896A56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74572"/>
            <a:ext cx="10515600" cy="435133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Schema Overview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613502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550748" y="629514"/>
            <a:ext cx="6099463" cy="437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2800" u="sng" dirty="0">
                <a:solidFill>
                  <a:srgbClr val="FF0000"/>
                </a:solidFill>
                <a:latin typeface="Times New Roman" panose="02020603050405020304" pitchFamily="18" charset="0"/>
                <a:ea typeface="Lato Black"/>
                <a:cs typeface="Times New Roman" panose="02020603050405020304" pitchFamily="18" charset="0"/>
                <a:sym typeface="Lato Black"/>
              </a:rPr>
              <a:t>Business Problem:</a:t>
            </a:r>
            <a:endParaRPr sz="1600" u="sng" strike="noStrike" cap="none" dirty="0">
              <a:solidFill>
                <a:srgbClr val="FF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E196DC-BD27-CFCA-A92C-5B3A1D15684A}"/>
              </a:ext>
            </a:extLst>
          </p:cNvPr>
          <p:cNvSpPr txBox="1"/>
          <p:nvPr/>
        </p:nvSpPr>
        <p:spPr>
          <a:xfrm>
            <a:off x="550748" y="1066516"/>
            <a:ext cx="953973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Governments and international energy organizations maintain large volumes of energy-related data across multiple domains, including energy production, energy consumption, emissions, population, and economic output.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SQL queries, the project examines energy trends over time, compares economic growth with emission levels, and evaluates per-capita and ratio-based metrics to enable fair cross-country comparisons. The analysis supports data-driven insights into energy efficiency, sustainability, and policy effectiveness, helping stakeholders balance economic growth with environmental impact and energy security.</a:t>
            </a:r>
          </a:p>
          <a:p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C40C12-848C-72BF-9905-AAE31D1BA2DB}"/>
              </a:ext>
            </a:extLst>
          </p:cNvPr>
          <p:cNvSpPr txBox="1"/>
          <p:nvPr/>
        </p:nvSpPr>
        <p:spPr>
          <a:xfrm>
            <a:off x="550748" y="3285861"/>
            <a:ext cx="16770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83B3D4-9D5C-1129-0A84-7C2A717DE6CA}"/>
              </a:ext>
            </a:extLst>
          </p:cNvPr>
          <p:cNvSpPr txBox="1"/>
          <p:nvPr/>
        </p:nvSpPr>
        <p:spPr>
          <a:xfrm>
            <a:off x="671169" y="3894843"/>
            <a:ext cx="941931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global energy consumption patterns across regions and sectors.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trends in energy usage over time and their key drivers.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the consumption of renewable and non-renewable energy sources worldwide.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assess the environmental and economic impacts of current energy consumption levels.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support data-driven decision-making for sustainable energy policies and planning</a:t>
            </a:r>
            <a:r>
              <a:rPr lang="en-US" sz="1800" dirty="0"/>
              <a:t>.</a:t>
            </a: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387E45-8035-EAF4-83F3-784E06BEED52}"/>
              </a:ext>
            </a:extLst>
          </p:cNvPr>
          <p:cNvSpPr txBox="1"/>
          <p:nvPr/>
        </p:nvSpPr>
        <p:spPr>
          <a:xfrm>
            <a:off x="457201" y="597877"/>
            <a:ext cx="20874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Diagram:</a:t>
            </a:r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D36CC39C-61B7-F061-2EA1-D5B0015164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090" y="1255040"/>
            <a:ext cx="9347526" cy="49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676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0E70C-1D62-0998-8B31-73BF627E2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689" y="156248"/>
            <a:ext cx="10515600" cy="1325563"/>
          </a:xfrm>
        </p:spPr>
        <p:txBody>
          <a:bodyPr/>
          <a:lstStyle/>
          <a:p>
            <a:r>
              <a:rPr lang="en-IN" sz="2800" u="sng" dirty="0">
                <a:solidFill>
                  <a:srgbClr val="FF0000"/>
                </a:solidFill>
              </a:rPr>
              <a:t>Schema</a:t>
            </a:r>
            <a:r>
              <a:rPr lang="en-IN" u="sng" dirty="0">
                <a:solidFill>
                  <a:srgbClr val="FF0000"/>
                </a:solidFill>
              </a:rPr>
              <a:t> </a:t>
            </a:r>
            <a:r>
              <a:rPr lang="en-IN" sz="2800" u="sng" dirty="0">
                <a:solidFill>
                  <a:srgbClr val="FF0000"/>
                </a:solidFill>
              </a:rPr>
              <a:t>Overview:</a:t>
            </a:r>
            <a:endParaRPr lang="en-IN" sz="2800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B8480E-F635-4D59-9AB5-C14B1B780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9211" y="1152627"/>
            <a:ext cx="10515600" cy="435133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Schema – 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energydb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energydb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 consists of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six relational tables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 is 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central/master table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other tables reference the country table using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schema supports integrated analysis of: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consumption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production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Emissions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GDP (PPP)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</a:t>
            </a:r>
          </a:p>
          <a:p>
            <a:pPr marL="114300" indent="0">
              <a:buNone/>
            </a:pP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2731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684880" y="1206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FF0000"/>
              </a:buClr>
              <a:buSzPts val="4400"/>
            </a:pPr>
            <a:r>
              <a:rPr lang="en-IN" sz="28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en-IN" sz="2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Overview:</a:t>
            </a:r>
            <a:endParaRPr sz="2800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BECE6DD-6096-D1E6-B55C-8E17F6E98F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880" y="2267141"/>
            <a:ext cx="5334920" cy="3909822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Country (Central Table)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unique country identifiers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Acts as the reference table for all other datasets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D5C8B9E-94F8-7A2F-9F88-2FB0D6ADE48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172202" y="2267141"/>
            <a:ext cx="5181598" cy="3909822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Emission Table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emission consumption, type data by country and year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to country via foreign key</a:t>
            </a:r>
            <a:endParaRPr lang="en-IN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85E668-F3E0-4B9A-1B65-6E6D94DD448C}"/>
              </a:ext>
            </a:extLst>
          </p:cNvPr>
          <p:cNvSpPr txBox="1"/>
          <p:nvPr/>
        </p:nvSpPr>
        <p:spPr>
          <a:xfrm>
            <a:off x="684880" y="1066812"/>
            <a:ext cx="106729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uses a structured energy dataset stored in a MySQL database named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consisting of six interrelated tables. 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 serves as the central reference table, with all other tables linked via foreign keys.</a:t>
            </a:r>
            <a:endParaRPr lang="en-IN" sz="1800" u="sng" dirty="0">
              <a:solidFill>
                <a:srgbClr val="FF0000"/>
              </a:solidFill>
            </a:endParaRPr>
          </a:p>
          <a:p>
            <a:endParaRPr lang="en-IN" sz="1800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BD2EAEA-A489-67A2-2B68-75FEE1588D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200" y="3515310"/>
            <a:ext cx="2181529" cy="253400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F876B4B-B06A-8843-354F-8AC984B06B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7675" y="3766972"/>
            <a:ext cx="4926125" cy="228234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3778FA-BCDD-29A7-9479-5829220EC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5787" y="425089"/>
            <a:ext cx="4743297" cy="5653842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Population Table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population statistics by country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to country via foreign key</a:t>
            </a:r>
          </a:p>
          <a:p>
            <a:endParaRPr lang="en-US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Production Table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energy type and production statistics by country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to country via foreign key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96EC20C-3673-1EAA-6673-70DF1C94092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817696" y="423858"/>
            <a:ext cx="5181600" cy="536978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GDP_PPP Table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economic indicators using GDP (PPP) values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to country via foreign key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Consumption Table</a:t>
            </a:r>
          </a:p>
          <a:p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energy consumption data by country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to country via foreign key</a:t>
            </a:r>
            <a:endParaRPr lang="en-US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574818-4A60-01DB-FE04-F7F38AB83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083" y="1763671"/>
            <a:ext cx="2167906" cy="176694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F072A7E-09F5-B26F-0909-FDFB76618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0825" y="4920406"/>
            <a:ext cx="2988032" cy="127279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1BD5A8A-63CD-9037-60D4-511E12739E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9091" y="1951243"/>
            <a:ext cx="2775624" cy="1391803"/>
          </a:xfrm>
          <a:prstGeom prst="rect">
            <a:avLst/>
          </a:prstGeom>
        </p:spPr>
      </p:pic>
      <p:pic>
        <p:nvPicPr>
          <p:cNvPr id="21" name="Picture 20" descr="A screenshot of a computer">
            <a:extLst>
              <a:ext uri="{FF2B5EF4-FFF2-40B4-BE49-F238E27FC236}">
                <a16:creationId xmlns:a16="http://schemas.microsoft.com/office/drawing/2014/main" id="{566C42C7-21D7-0864-1FDF-32EAB069CE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327" y="4578858"/>
            <a:ext cx="3322322" cy="1365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058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7D6686-4851-8B4F-311E-B6873789FFED}"/>
              </a:ext>
            </a:extLst>
          </p:cNvPr>
          <p:cNvSpPr txBox="1"/>
          <p:nvPr/>
        </p:nvSpPr>
        <p:spPr>
          <a:xfrm>
            <a:off x="744250" y="490100"/>
            <a:ext cx="91678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&amp; Comparative Analysis</a:t>
            </a:r>
          </a:p>
          <a:p>
            <a:endParaRPr lang="en-IN" sz="2800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4FF19F-E761-4E4D-F43C-B7C416AAAC7C}"/>
              </a:ext>
            </a:extLst>
          </p:cNvPr>
          <p:cNvSpPr txBox="1"/>
          <p:nvPr/>
        </p:nvSpPr>
        <p:spPr>
          <a:xfrm>
            <a:off x="923192" y="1151792"/>
            <a:ext cx="7173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What is the total emission per country for the most recent year available?</a:t>
            </a:r>
            <a:endParaRPr lang="en-IN" sz="1800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CC41A8-5A0D-2757-2363-A76A81D10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7140" y="1301573"/>
            <a:ext cx="1873596" cy="200664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6630B11-7D90-5236-B3F6-E977C22A3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7756" y="1580318"/>
            <a:ext cx="4494747" cy="1546128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D44544C-44CE-2D6A-6718-DF2E1DA39D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5344" y="1355447"/>
            <a:ext cx="1075335" cy="464940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 :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8F38350-29E0-6805-1FC3-6F3CAE449FF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544662" y="1387626"/>
            <a:ext cx="1435608" cy="639597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: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ECFFBC-6971-3D40-7615-77A31983C386}"/>
              </a:ext>
            </a:extLst>
          </p:cNvPr>
          <p:cNvSpPr txBox="1"/>
          <p:nvPr/>
        </p:nvSpPr>
        <p:spPr>
          <a:xfrm>
            <a:off x="953680" y="3632545"/>
            <a:ext cx="80265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Which energy types contribute most to emissions across all countries?</a:t>
            </a:r>
          </a:p>
          <a:p>
            <a:endParaRPr lang="en-IN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DC6B5C5C-7320-1AE2-09A1-105F702DC0D3}"/>
              </a:ext>
            </a:extLst>
          </p:cNvPr>
          <p:cNvSpPr txBox="1">
            <a:spLocks/>
          </p:cNvSpPr>
          <p:nvPr/>
        </p:nvSpPr>
        <p:spPr>
          <a:xfrm>
            <a:off x="1177903" y="3879268"/>
            <a:ext cx="1075335" cy="464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Font typeface="Arial"/>
              <a:buNone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 :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0801C9B3-8E84-677A-8A2D-FBEAD46C73F2}"/>
              </a:ext>
            </a:extLst>
          </p:cNvPr>
          <p:cNvSpPr txBox="1">
            <a:spLocks/>
          </p:cNvSpPr>
          <p:nvPr/>
        </p:nvSpPr>
        <p:spPr>
          <a:xfrm>
            <a:off x="6965542" y="4159925"/>
            <a:ext cx="1435608" cy="639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Font typeface="Arial"/>
              <a:buNone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: 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CCB0F73-CAE2-FA7C-75E3-C5FEBA63EC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8800" y="4083836"/>
            <a:ext cx="3304718" cy="189268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9F091DA-2841-F7F5-076B-B0B7FD13FC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0530" y="4288648"/>
            <a:ext cx="3876463" cy="1140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677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7E5AC-7B54-AF6D-28FB-70E33207E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660" y="394642"/>
            <a:ext cx="10618013" cy="664681"/>
          </a:xfrm>
        </p:spPr>
        <p:txBody>
          <a:bodyPr>
            <a:normAutofit/>
          </a:bodyPr>
          <a:lstStyle/>
          <a:p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What are the top 5 countries by GDP in the most recent year?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86FB37-2DDC-FAAE-08BE-AF1D57C355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12468" y="1191805"/>
            <a:ext cx="1013764" cy="51523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 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2DF1BC-2B5A-570F-9BB6-FD216747C88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798494" y="3076161"/>
            <a:ext cx="1113739" cy="588391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6B0033-84AB-1ACF-5B0A-2164547DC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9574" y="3854383"/>
            <a:ext cx="2105319" cy="16004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495E649-C49C-A396-C0D3-0F0C12396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3994" y="1707044"/>
            <a:ext cx="4844054" cy="230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8185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FD5484-37EC-3E18-EFF5-BCC2DCF2D5D2}"/>
              </a:ext>
            </a:extLst>
          </p:cNvPr>
          <p:cNvSpPr txBox="1"/>
          <p:nvPr/>
        </p:nvSpPr>
        <p:spPr>
          <a:xfrm>
            <a:off x="589085" y="430823"/>
            <a:ext cx="40414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Trend Analysis Over Time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3A3B9E-9ED1-1C39-1BCB-6A64BFD75D44}"/>
              </a:ext>
            </a:extLst>
          </p:cNvPr>
          <p:cNvSpPr txBox="1"/>
          <p:nvPr/>
        </p:nvSpPr>
        <p:spPr>
          <a:xfrm>
            <a:off x="703385" y="1052889"/>
            <a:ext cx="5269391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How have global emissions changed year over year?</a:t>
            </a:r>
          </a:p>
          <a:p>
            <a:r>
              <a:rPr lang="en-IN" b="1" dirty="0"/>
              <a:t> </a:t>
            </a:r>
            <a:endParaRPr lang="en-IN" dirty="0"/>
          </a:p>
          <a:p>
            <a:endParaRPr lang="en-IN" sz="1800" u="sng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8204F2-88D1-B894-C7DE-AA4FA98A3D92}"/>
              </a:ext>
            </a:extLst>
          </p:cNvPr>
          <p:cNvSpPr txBox="1"/>
          <p:nvPr/>
        </p:nvSpPr>
        <p:spPr>
          <a:xfrm>
            <a:off x="848470" y="1483776"/>
            <a:ext cx="8258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1800" u="sng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918E27-9551-9417-491F-17320FBBB20D}"/>
              </a:ext>
            </a:extLst>
          </p:cNvPr>
          <p:cNvSpPr txBox="1"/>
          <p:nvPr/>
        </p:nvSpPr>
        <p:spPr>
          <a:xfrm>
            <a:off x="6949347" y="1370438"/>
            <a:ext cx="8899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1800" u="sng" dirty="0">
              <a:solidFill>
                <a:schemeClr val="tx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F8B7D87-F614-E30F-E4BE-9D9E8381E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7962" y="1252583"/>
            <a:ext cx="1886213" cy="132416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4103F3C-5FE6-2E68-BB4A-10A3CFA9B8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9422" y="1579685"/>
            <a:ext cx="3817707" cy="183299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E2B29F9-8DB8-8413-B160-DE30500D2A10}"/>
              </a:ext>
            </a:extLst>
          </p:cNvPr>
          <p:cNvSpPr txBox="1"/>
          <p:nvPr/>
        </p:nvSpPr>
        <p:spPr>
          <a:xfrm>
            <a:off x="703384" y="3621398"/>
            <a:ext cx="7514577" cy="385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buNone/>
            </a:pPr>
            <a:r>
              <a:rPr lang="en-IN" sz="180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2. What is the trend in GDP for each country over the given years?</a:t>
            </a:r>
            <a:endParaRPr lang="en-IN" sz="18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D940333-BA96-5D6A-3FD2-75FEE217C8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3737" y="3819016"/>
            <a:ext cx="2033951" cy="168725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3E1FAD6-AFA4-F124-7B68-477F597B96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9657" y="4059831"/>
            <a:ext cx="2476846" cy="202020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D06E9DF-B76D-8C29-8676-7BAE0BE4E9D4}"/>
              </a:ext>
            </a:extLst>
          </p:cNvPr>
          <p:cNvSpPr txBox="1"/>
          <p:nvPr/>
        </p:nvSpPr>
        <p:spPr>
          <a:xfrm>
            <a:off x="934516" y="3680806"/>
            <a:ext cx="8258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IN" sz="1800" u="sng" dirty="0">
              <a:solidFill>
                <a:schemeClr val="tx1"/>
              </a:solidFill>
            </a:endParaRPr>
          </a:p>
          <a:p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Query: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0D6A9B-CDD6-C0D0-DDEC-6B0BF987B597}"/>
              </a:ext>
            </a:extLst>
          </p:cNvPr>
          <p:cNvSpPr txBox="1"/>
          <p:nvPr/>
        </p:nvSpPr>
        <p:spPr>
          <a:xfrm>
            <a:off x="7196845" y="3896250"/>
            <a:ext cx="8899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1800" u="sn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0461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B904D0-CA51-1C96-D9C7-B6C90759C029}"/>
              </a:ext>
            </a:extLst>
          </p:cNvPr>
          <p:cNvSpPr txBox="1"/>
          <p:nvPr/>
        </p:nvSpPr>
        <p:spPr>
          <a:xfrm>
            <a:off x="715061" y="409382"/>
            <a:ext cx="7580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3. How has population growth affected total emissions in each country?</a:t>
            </a:r>
            <a:endParaRPr lang="en-IN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AD6ACC-FFC3-97B1-0755-50F3DA32A587}"/>
              </a:ext>
            </a:extLst>
          </p:cNvPr>
          <p:cNvSpPr txBox="1"/>
          <p:nvPr/>
        </p:nvSpPr>
        <p:spPr>
          <a:xfrm>
            <a:off x="994774" y="847353"/>
            <a:ext cx="8258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1800" u="sng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CFE0BE-E574-2977-2AD7-77F85475B13B}"/>
              </a:ext>
            </a:extLst>
          </p:cNvPr>
          <p:cNvSpPr txBox="1"/>
          <p:nvPr/>
        </p:nvSpPr>
        <p:spPr>
          <a:xfrm>
            <a:off x="7732073" y="778714"/>
            <a:ext cx="8899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1800" u="sng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371C23-5A1E-746B-2841-0DF9D4DFA75D}"/>
              </a:ext>
            </a:extLst>
          </p:cNvPr>
          <p:cNvSpPr txBox="1"/>
          <p:nvPr/>
        </p:nvSpPr>
        <p:spPr>
          <a:xfrm>
            <a:off x="1126447" y="3688078"/>
            <a:ext cx="8258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1800" u="sng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2E8203-6D19-E9F6-ABF3-42AA7BEF7539}"/>
              </a:ext>
            </a:extLst>
          </p:cNvPr>
          <p:cNvSpPr txBox="1"/>
          <p:nvPr/>
        </p:nvSpPr>
        <p:spPr>
          <a:xfrm>
            <a:off x="7607714" y="3821529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18C96A8-0DD6-F183-5E7F-8EE53925D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1828" y="682113"/>
            <a:ext cx="2765111" cy="18369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9DDB602-4E8E-29F5-BC13-F49453152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2082" y="918462"/>
            <a:ext cx="3731596" cy="231561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15A94B0-E10C-7C04-1903-4F9C0E64F021}"/>
              </a:ext>
            </a:extLst>
          </p:cNvPr>
          <p:cNvSpPr txBox="1"/>
          <p:nvPr/>
        </p:nvSpPr>
        <p:spPr>
          <a:xfrm>
            <a:off x="769502" y="3234077"/>
            <a:ext cx="8784149" cy="385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buNone/>
            </a:pPr>
            <a:r>
              <a:rPr lang="en-IN" sz="180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4. Has energy consumption increased or decreased over the years for major economies?</a:t>
            </a:r>
            <a:endParaRPr lang="en-IN" sz="18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2E13DED-B9CA-2EAC-0C5F-6EE6937A88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1828" y="3829853"/>
            <a:ext cx="2362779" cy="204927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C0EFE35-9C10-C5D0-40F2-1233E1BFF3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2082" y="3688078"/>
            <a:ext cx="5092223" cy="2456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242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6928E16-CD13-F42A-9B29-719D018E5A30}"/>
              </a:ext>
            </a:extLst>
          </p:cNvPr>
          <p:cNvSpPr txBox="1"/>
          <p:nvPr/>
        </p:nvSpPr>
        <p:spPr>
          <a:xfrm>
            <a:off x="1069958" y="1930065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Query:</a:t>
            </a:r>
            <a:endParaRPr lang="en-IN" sz="1800" u="sng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1487AE-6514-F480-A6B1-A527B77F0CEC}"/>
              </a:ext>
            </a:extLst>
          </p:cNvPr>
          <p:cNvSpPr txBox="1"/>
          <p:nvPr/>
        </p:nvSpPr>
        <p:spPr>
          <a:xfrm>
            <a:off x="7260273" y="1745399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sz="1800" u="sng" dirty="0">
              <a:solidFill>
                <a:srgbClr val="FF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78938A8-6860-89DE-B32D-89C0EACD6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4829" y="2581280"/>
            <a:ext cx="2764121" cy="20601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72DCED8-AA2D-8F06-C996-9BFFDC1D49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6292" y="2284850"/>
            <a:ext cx="4760580" cy="22883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46284A8-450B-ADD0-CCAB-4FB275526E47}"/>
              </a:ext>
            </a:extLst>
          </p:cNvPr>
          <p:cNvSpPr txBox="1"/>
          <p:nvPr/>
        </p:nvSpPr>
        <p:spPr>
          <a:xfrm>
            <a:off x="656954" y="317825"/>
            <a:ext cx="8618720" cy="1376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buNone/>
            </a:pPr>
            <a:r>
              <a:rPr lang="en-IN" sz="2800" u="sng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Ratio &amp; Per Capita Analysis</a:t>
            </a:r>
          </a:p>
          <a:p>
            <a:pPr>
              <a:lnSpc>
                <a:spcPct val="115000"/>
              </a:lnSpc>
              <a:buNone/>
            </a:pPr>
            <a:endParaRPr lang="en-IN" sz="2800" u="sng" dirty="0">
              <a:solidFill>
                <a:srgbClr val="FF0000"/>
              </a:solidFill>
              <a:highlight>
                <a:srgbClr val="FFFFFF"/>
              </a:highlight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IN" sz="18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1. </a:t>
            </a:r>
            <a:r>
              <a:rPr lang="en-IN" sz="180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What is the emission-to-GDP ratio for each country by year?</a:t>
            </a:r>
            <a:endParaRPr lang="en-IN" sz="18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7765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42C665-37C1-ADFD-0374-53489954463B}"/>
              </a:ext>
            </a:extLst>
          </p:cNvPr>
          <p:cNvSpPr txBox="1"/>
          <p:nvPr/>
        </p:nvSpPr>
        <p:spPr>
          <a:xfrm>
            <a:off x="1387735" y="1304791"/>
            <a:ext cx="1106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solidFill>
                  <a:schemeClr val="tx1"/>
                </a:solidFill>
              </a:rPr>
              <a:t>Query: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EFC748-4E04-6A50-D311-7A5EEE5FA568}"/>
              </a:ext>
            </a:extLst>
          </p:cNvPr>
          <p:cNvSpPr txBox="1"/>
          <p:nvPr/>
        </p:nvSpPr>
        <p:spPr>
          <a:xfrm>
            <a:off x="8862025" y="2960057"/>
            <a:ext cx="1106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solidFill>
                  <a:schemeClr val="tx1"/>
                </a:solidFill>
              </a:rPr>
              <a:t>Output: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D615DA-E3E9-D6EB-494A-7D83C8791BFF}"/>
              </a:ext>
            </a:extLst>
          </p:cNvPr>
          <p:cNvSpPr txBox="1"/>
          <p:nvPr/>
        </p:nvSpPr>
        <p:spPr>
          <a:xfrm>
            <a:off x="976239" y="701544"/>
            <a:ext cx="8992533" cy="385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buNone/>
            </a:pPr>
            <a:r>
              <a:rPr lang="en-IN" sz="180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2. What is the correlation between GDP growth and energy production growth?</a:t>
            </a:r>
            <a:endParaRPr lang="en-IN" sz="18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84227E0-2995-E942-489F-67C6CAA1F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9874" y="3528611"/>
            <a:ext cx="2658187" cy="168185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C0ADC11-8A0E-1D7A-FD49-CB6B61535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422" y="1879742"/>
            <a:ext cx="6830516" cy="3098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0858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58BAA-1172-5723-4967-2A975045C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Comparisons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521D29-1C75-9D06-C2FB-F1C53DBAB8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726" y="1092544"/>
            <a:ext cx="10515600" cy="47134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What are the top 10 countries by population and how do their emissions compare?</a:t>
            </a:r>
          </a:p>
          <a:p>
            <a:pPr marL="114300" indent="0">
              <a:buNone/>
            </a:pPr>
            <a:endParaRPr lang="en-IN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689100-B955-F218-A67B-A13FC891B3DC}"/>
              </a:ext>
            </a:extLst>
          </p:cNvPr>
          <p:cNvSpPr txBox="1"/>
          <p:nvPr/>
        </p:nvSpPr>
        <p:spPr>
          <a:xfrm>
            <a:off x="1131704" y="1914573"/>
            <a:ext cx="1106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solidFill>
                  <a:schemeClr val="tx1"/>
                </a:solidFill>
              </a:rPr>
              <a:t>Query: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BAB53A3-A796-DA48-CD35-AF861B927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853" y="2877122"/>
            <a:ext cx="2324770" cy="187672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4E6DE6B-8B31-5E02-C2C4-5FD07ECA8B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3962" y="2509200"/>
            <a:ext cx="5690589" cy="255807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66DC871-AB99-8CDE-271E-2E0CDFF42DA7}"/>
              </a:ext>
            </a:extLst>
          </p:cNvPr>
          <p:cNvSpPr txBox="1"/>
          <p:nvPr/>
        </p:nvSpPr>
        <p:spPr>
          <a:xfrm>
            <a:off x="7865648" y="1921979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sz="1800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3219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AA755-06F6-5122-EC90-8D79456D3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460" y="519994"/>
            <a:ext cx="10066325" cy="468808"/>
          </a:xfrm>
        </p:spPr>
        <p:txBody>
          <a:bodyPr>
            <a:normAutofit fontScale="90000"/>
          </a:bodyPr>
          <a:lstStyle/>
          <a:p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What is the global share (%) of emissions by country?</a:t>
            </a:r>
            <a:b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0F1DA0-0A3C-FB5A-6C60-6D09AF33ED14}"/>
              </a:ext>
            </a:extLst>
          </p:cNvPr>
          <p:cNvSpPr txBox="1"/>
          <p:nvPr/>
        </p:nvSpPr>
        <p:spPr>
          <a:xfrm>
            <a:off x="1146334" y="960078"/>
            <a:ext cx="1106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solidFill>
                  <a:schemeClr val="tx1"/>
                </a:solidFill>
              </a:rPr>
              <a:t>Query: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285E48-AF3B-8AD7-13B0-D07E84DD570F}"/>
              </a:ext>
            </a:extLst>
          </p:cNvPr>
          <p:cNvSpPr txBox="1"/>
          <p:nvPr/>
        </p:nvSpPr>
        <p:spPr>
          <a:xfrm>
            <a:off x="8401063" y="3429000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sz="1800" u="sng" dirty="0">
              <a:solidFill>
                <a:srgbClr val="FF0000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FE570A3-227D-F4CF-8944-45F41A884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9294" y="4045921"/>
            <a:ext cx="2487020" cy="17031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85FA3EF-F7B3-8853-0661-7D44465E91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518" y="1428886"/>
            <a:ext cx="5812395" cy="270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7868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F194C-1778-8F0C-DEDF-42CF6EC56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3361"/>
          </a:xfrm>
        </p:spPr>
        <p:txBody>
          <a:bodyPr>
            <a:normAutofit/>
          </a:bodyPr>
          <a:lstStyle/>
          <a:p>
            <a:r>
              <a:rPr lang="en-IN" sz="28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B34AC-52D9-1742-286D-594BA20AA5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1352" y="1148485"/>
            <a:ext cx="10515600" cy="5442509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emissions continue to rise, driven by increasing energy demand.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CO₂-based energy sources remain the dominant contributors to total emissions.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growth (GDP) and energy consumption have increased across major economies.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 growth is generally associated with higher total emissions.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466F41-B0EE-2F7F-DAAE-D9BAB7C4EF21}"/>
              </a:ext>
            </a:extLst>
          </p:cNvPr>
          <p:cNvSpPr txBox="1"/>
          <p:nvPr/>
        </p:nvSpPr>
        <p:spPr>
          <a:xfrm>
            <a:off x="1007669" y="3016377"/>
            <a:ext cx="60972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endParaRPr lang="en-IN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C64F9C-00F1-F6F5-0E71-80675F312393}"/>
              </a:ext>
            </a:extLst>
          </p:cNvPr>
          <p:cNvSpPr txBox="1"/>
          <p:nvPr/>
        </p:nvSpPr>
        <p:spPr>
          <a:xfrm>
            <a:off x="1130808" y="3691314"/>
            <a:ext cx="96371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 growth and economic expansion continue to drive higher total emissions, with a small number of countries responsible for a disproportionate share of global emissions. However, cross-country evidence shows that through energy efficiency improvements and adoption of cleaner technologies, it is possible to decouple economic growth from environmental impact.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39088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5A45B-7FF1-97A1-3D88-CBF6CDF88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1755" y="3803148"/>
            <a:ext cx="1701429" cy="227334"/>
          </a:xfrm>
        </p:spPr>
        <p:txBody>
          <a:bodyPr>
            <a:normAutofit fontScale="90000"/>
          </a:bodyPr>
          <a:lstStyle/>
          <a:p>
            <a:r>
              <a:rPr lang="en-IN" sz="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&amp; A</a:t>
            </a:r>
            <a:br>
              <a:rPr lang="en-IN" dirty="0"/>
            </a:br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AF4093F-958A-D172-FB61-8956C1ADB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1553" y="768096"/>
            <a:ext cx="5511394" cy="5511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8943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2137</TotalTime>
  <Words>786</Words>
  <Application>Microsoft Office PowerPoint</Application>
  <PresentationFormat>Widescreen</PresentationFormat>
  <Paragraphs>119</Paragraphs>
  <Slides>19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Wingdings</vt:lpstr>
      <vt:lpstr>Arial Rounded MT Bold</vt:lpstr>
      <vt:lpstr>Times New Roman</vt:lpstr>
      <vt:lpstr>Calibri</vt:lpstr>
      <vt:lpstr>Lato Black</vt:lpstr>
      <vt:lpstr>Libre Baskerville</vt:lpstr>
      <vt:lpstr>Arial</vt:lpstr>
      <vt:lpstr>Office Theme</vt:lpstr>
      <vt:lpstr>PowerPoint Presentation</vt:lpstr>
      <vt:lpstr>About Me:</vt:lpstr>
      <vt:lpstr>Agenda :</vt:lpstr>
      <vt:lpstr>PowerPoint Presentation</vt:lpstr>
      <vt:lpstr>PowerPoint Presentation</vt:lpstr>
      <vt:lpstr>Schema Overview:</vt:lpstr>
      <vt:lpstr>Dataset Overview:</vt:lpstr>
      <vt:lpstr>PowerPoint Presentation</vt:lpstr>
      <vt:lpstr>PowerPoint Presentation</vt:lpstr>
      <vt:lpstr>3. What are the top 5 countries by GDP in the most recent year?</vt:lpstr>
      <vt:lpstr>PowerPoint Presentation</vt:lpstr>
      <vt:lpstr>PowerPoint Presentation</vt:lpstr>
      <vt:lpstr>PowerPoint Presentation</vt:lpstr>
      <vt:lpstr>PowerPoint Presentation</vt:lpstr>
      <vt:lpstr>Global Comparisons </vt:lpstr>
      <vt:lpstr>2. What is the global share (%) of emissions by country? </vt:lpstr>
      <vt:lpstr>Key Insights :</vt:lpstr>
      <vt:lpstr>Q &amp; A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anjali diddiga</cp:lastModifiedBy>
  <cp:revision>15</cp:revision>
  <dcterms:created xsi:type="dcterms:W3CDTF">2021-02-16T05:19:01Z</dcterms:created>
  <dcterms:modified xsi:type="dcterms:W3CDTF">2025-12-23T10:02:09Z</dcterms:modified>
</cp:coreProperties>
</file>